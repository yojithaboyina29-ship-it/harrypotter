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ECB939"/>
                </a:solidFill>
                <a:latin typeface="Georgia"/>
              </a:defRPr>
            </a:pPr>
            <a:r>
              <a:t>CROSSOVER HACKATHON 2026</a:t>
            </a:r>
          </a:p>
          <a:p>
            <a:pPr>
              <a:spcAft>
                <a:spcPts val="1400"/>
              </a:spcAft>
              <a:defRPr sz="4600" b="1">
                <a:solidFill>
                  <a:srgbClr val="FFFAEE"/>
                </a:solidFill>
                <a:latin typeface="Georgia"/>
              </a:defRPr>
            </a:pPr>
            <a:r>
              <a:t>Hogwarts Owl Post &amp; Sorting Portal</a:t>
            </a:r>
          </a:p>
          <a:p>
            <a:pPr>
              <a:defRPr sz="2100">
                <a:solidFill>
                  <a:srgbClr val="F6D882"/>
                </a:solidFill>
                <a:latin typeface="Calibri"/>
              </a:defRPr>
            </a:pPr>
            <a:r>
              <a:t>Where Fandom Meets Innovation — An Open-Source Wizarding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663440"/>
            <a:ext cx="10332720" cy="1463040"/>
          </a:xfrm>
          <a:prstGeom prst="roundRect">
            <a:avLst/>
          </a:prstGeom>
          <a:solidFill>
            <a:srgbClr val="171324"/>
          </a:solidFill>
          <a:ln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480060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AEE"/>
                </a:solidFill>
              </a:defRPr>
            </a:pPr>
            <a:r>
              <a:t>Theme: Harry Potter Universe • Pillars: 100% Open-Source • Zero Paid APIs • IP Protected</a:t>
            </a:r>
          </a:p>
          <a:p>
            <a:pPr>
              <a:defRPr sz="1300">
                <a:solidFill>
                  <a:srgbClr val="958AA8"/>
                </a:solidFill>
              </a:defRPr>
            </a:pPr>
            <a:r>
              <a:t>Team: Marauders of Innovation • Stack: React 18, Vite 6, Express.js, TypeScript, pure-JS SQLite, Local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Problem Statement: Fandom &amp; Technical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609344"/>
            <a:ext cx="32918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9360" y="1764792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rPr dirty="0"/>
              <a:t>1. Static &amp; Predictable Quizzes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Traditional sorting quizzes ask fixed, dry, repetitive questions.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Options are obvious, leading to forced or skewed outcomes.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No personalized hat dialogue or adaptive character evaluation.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Leaves new students uninspired from their very first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36192"/>
            <a:ext cx="32918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1664208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rPr dirty="0"/>
              <a:t>2. Fragmented User Ecosystem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Sorting tests, schedules, and fan forums live as disconnected sites.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Zero gamification or cross-feature persistence.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Discussion forums lack meaningful stakes or progression rewards.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rPr dirty="0"/>
              <a:t>✦ No unified student profile tracking achievements and house pride.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Our Solution: An Unified Open-Source Wizarding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🏰 Comprehensive Student Experience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Combines Sorting Ceremony, Personalized Academics, Owl Post, and House Cup in one seamless app.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100% Open-Source Stack: Powered entirely by React, TypeScript, Express, and pure-JS SQLite.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Copyright Compliant: Custom original SVG art, Google Fonts (Cinzel/Inter), and synthesized 44.1kHz music.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Zero Cloud Costs: Completely self-contained with offline and LAN multi-device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5ED2D8"/>
                </a:solidFill>
                <a:latin typeface="Georgia"/>
              </a:defRPr>
            </a:pPr>
            <a:r>
              <a:t>✨ Key Technical Innovations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Randomized AI Sorting: Shuffles 12 cute, engaging questions with instant transitions (&lt;40ms).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Dynamic Timetable Engine: Generates full weekly class, study, and club schedules per student.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Asynchronous Owl Post: Named courier owls with flight travel delays and AI magical letter styling.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Live House Cup Ledger: Backend-driven point calculations for forum posts, upvotes, and achievements.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System Architecture &amp; Engineering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Frontend Architecture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React 18 + Vite 6 + TypeScript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Tailwind CSS v4 custom academy theme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Framer Motion animated SVG hat &amp; sand hourglasses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HTML5 Web Audio ambient music-box player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Lucide React icon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59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Backend API Layer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Node.js &amp; Express.js (TypeScript)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JWT Authentication &amp; bcryptjs security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Stateful session resolution &amp; LAN CORS enabled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Automated Points Ledger transactions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Rule-based Profanity Moderation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Database &amp; AI Engine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Pure-JS SQLite (sql.js): Zero native compilation hassles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Automatic disk persistence &amp; WAL journaling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Local Ollama integration (Gemma 3 / Qwen 2.5)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Instant deterministic fallback system (&lt;40ms latency)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Complete offline resilience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Feature 1: The Adaptive Sorting Hat Ceremony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🎩 Delightful &amp; Engaging UI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Animated Sorting Hat: Custom SVG hat wobbling &amp; lip-syncing as questions appear.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Cute &amp; Funny Questions: Short 1-sentence questions with emojis that make joining exciting.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Zero Reading Fatigue: Clean speech bubble displaying only the prompt; options rendered below.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Personalized Randomization: Assigns 5 unique questions from a 12-question bank per student.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⚖️ Balanced Evaluation &amp; Speed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Instant Transitions: Ultra-fast option selection (&lt;40ms) with zero loading lag.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Fair 4-House Allocation: Symmetrical trait scoring across Gryffindor, Hufflepuff, Ravenclaw, &amp; Slytherin.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Dramatic Climax: Screen floods with house colors, glowing crest, and personalized speech.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Automated Gamification: Immediately credits +20 points to the student's house in the ledger.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Feature 2 &amp; 3: Academic Timetable &amp; Owl Post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📅 Personalized Class Timetable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Interest Questionnaire: Select electives (Potions, DADA, Charms, Quidditch, Herbology, etc.).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5-Day Structured Layout: Mon-Fri schedule organized with time slots and classroom topics.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Color-Coded Badges: Distinguishes core Classes, Study Sessions, House Clubs, and Free Periods.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Dynamic Regeneration: Allows students to tweak preferences and recast their timetable anytime.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🦉 Asynchronous Owl Post Messaging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Courier Owls: Letters delivered by named birds (Hedwig Jr., Nimbus, Artemis, Errol II).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Simulated Flight Delay: Timers calculate realistic delivery arrival windows.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AI Magical Flair Styler: Rewrites everyday letters into charming wizarding dispatches.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Real-Time Mailbox: Glowing unread badges and delivered vs en-route letter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Feature 4: Great Hall Forums &amp; The House Cup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💬 Great Hall Discussion Boards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House-Filtered Scrolls: Filter discussions by individual houses or view castle-wide posts.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Threaded Discussions: Real-time comments allowing collaborative spell and lore discussions.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Built-in Profanity Moderation: Automatically detects and blocks inappropriate text submissions.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Incentivized Knowledge: Students are encouraged to post helpful, insightful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🏆 Live House Cup Leaderboard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Code-Governed Points Engine: Point changes are deterministic and auditable in the database.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Point System: Sorting (+20 pts), Posting (+5 pts), Upvoting (+2 pts), Comments (+1 pt).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Animated Hourglass Columns: Sand/gem levels rise dynamically in house colors.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Top Student Honors: Highlights individual standout contributors across all four houses.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Live Demonstration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CB939"/>
                </a:solidFill>
                <a:latin typeface="Georgia"/>
              </a:defRPr>
            </a:pPr>
            <a:r>
              <a:t>🚀 Live Demo Walkthrough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1. Multi-Device Enrollment: Peer laptop connects via LAN IP (http://10.0.8.206:5173).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2. Randomized Sorting: Experience cute, instant questions &amp; dramatic house reveal.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3. Timetable Generation: View personalized weekly Hogwarts study schedule.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4. Owl Post: Dispatch a magical letter with courier flight delay.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5. House Cup Update: Upvote a forum scroll and watch the House hourglass 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71324"/>
          </a:solidFill>
          <a:ln w="19050">
            <a:solidFill>
              <a:srgbClr val="36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5ED2D8"/>
                </a:solidFill>
                <a:latin typeface="Georgia"/>
              </a:defRPr>
            </a:pPr>
            <a:r>
              <a:t>🔮 Future Innovations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Autonomous AI Professors: Local LLM professors posting weekly announcements &amp; challenges.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Cross-House Mentorship: Matches students based on timetable compatibility.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Multiplayer Dueling Club: Turn-based real-time spell duel mini-game via WebSockets.</a:t>
            </a:r>
          </a:p>
          <a:p>
            <a:pPr>
              <a:spcAft>
                <a:spcPts val="900"/>
              </a:spcAft>
              <a:defRPr sz="1300">
                <a:solidFill>
                  <a:srgbClr val="D8D0E4"/>
                </a:solidFill>
                <a:latin typeface="Calibri"/>
              </a:defRPr>
            </a:pPr>
            <a:r>
              <a:t>✦ Voice Spell Casting: Speech recognition evaluating Latin incantation pronunciation.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solidFill>
              <a:srgbClr val="0C0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CB939"/>
                </a:solidFill>
                <a:latin typeface="Georgia"/>
              </a:defRPr>
            </a:pPr>
            <a:r>
              <a:t>CROSSOVER HACKATHON 2026 • OFFICIAL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AEE"/>
                </a:solidFill>
                <a:latin typeface="Georgia"/>
              </a:defRPr>
            </a:pPr>
            <a:r>
              <a:t>Conclusion &amp;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4389120"/>
          </a:xfrm>
          <a:prstGeom prst="roundRect">
            <a:avLst/>
          </a:prstGeom>
          <a:solidFill>
            <a:srgbClr val="171324"/>
          </a:solidFill>
          <a:ln w="25400">
            <a:solidFill>
              <a:srgbClr val="ECB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235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ECB939"/>
                </a:solidFill>
              </a:defRPr>
            </a:pPr>
            <a:r>
              <a:t>Key Takeaways for Judges</a:t>
            </a:r>
          </a:p>
          <a:p>
            <a:pPr>
              <a:spcAft>
                <a:spcPts val="1000"/>
              </a:spcAft>
              <a:defRPr sz="1500">
                <a:solidFill>
                  <a:srgbClr val="FFFAEE"/>
                </a:solidFill>
              </a:defRPr>
            </a:pPr>
            <a:r>
              <a:t>✦ Unified Wizarding Ecosystem: 4 distinct products (Ceremony, Timetable, Owl Post, Forums) harmonized under one portal.</a:t>
            </a:r>
          </a:p>
          <a:p>
            <a:pPr>
              <a:spcAft>
                <a:spcPts val="1000"/>
              </a:spcAft>
              <a:defRPr sz="1500">
                <a:solidFill>
                  <a:srgbClr val="FFFAEE"/>
                </a:solidFill>
              </a:defRPr>
            </a:pPr>
            <a:r>
              <a:t>✦ Engineering Excellence: Sub-40ms responsiveness, pure-JS SQLite persistence, JWT authentication, and automated points ledger.</a:t>
            </a:r>
          </a:p>
          <a:p>
            <a:pPr>
              <a:spcAft>
                <a:spcPts val="1000"/>
              </a:spcAft>
              <a:defRPr sz="1500">
                <a:solidFill>
                  <a:srgbClr val="FFFAEE"/>
                </a:solidFill>
              </a:defRPr>
            </a:pPr>
            <a:r>
              <a:t>✦ Human-Centric Design: Playful questions, charming animations, and delightful audio that genuinely excite users.</a:t>
            </a:r>
          </a:p>
          <a:p>
            <a:pPr>
              <a:spcAft>
                <a:spcPts val="1000"/>
              </a:spcAft>
              <a:defRPr sz="1500">
                <a:solidFill>
                  <a:srgbClr val="FFFAEE"/>
                </a:solidFill>
              </a:defRPr>
            </a:pPr>
            <a:r>
              <a:t>✦ Strict Hackathon Integrity: 100% open-source, zero paid APIs, zero copyright infringements, fully verifiable.</a:t>
            </a:r>
          </a:p>
          <a:p>
            <a:pPr>
              <a:spcBef>
                <a:spcPts val="1200"/>
              </a:spcBef>
              <a:defRPr sz="1800" b="1">
                <a:solidFill>
                  <a:srgbClr val="F6D882"/>
                </a:solidFill>
              </a:defRPr>
            </a:pPr>
            <a:r>
              <a:t>Thank you! We are ready for your questions. 🏰✨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1178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Yojitha Boyina</cp:lastModifiedBy>
  <cp:revision>3</cp:revision>
  <dcterms:created xsi:type="dcterms:W3CDTF">2013-01-27T09:14:16Z</dcterms:created>
  <dcterms:modified xsi:type="dcterms:W3CDTF">2026-10-25T07:01:47Z</dcterms:modified>
  <cp:category/>
</cp:coreProperties>
</file>